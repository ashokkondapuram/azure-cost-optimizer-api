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80"/>
    <p:restoredTop sz="94643"/>
  </p:normalViewPr>
  <p:slideViewPr>
    <p:cSldViewPr snapToGrid="0" snapToObjects="1">
      <p:cViewPr varScale="1">
        <p:scale>
          <a:sx n="107" d="100"/>
          <a:sy n="107" d="100"/>
        </p:scale>
        <p:origin x="184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ok Konda" userId="54edb31b-0f23-4eb3-93b5-4643d1984c4e" providerId="ADAL" clId="{081DDBB2-6BF8-5B0B-AA0A-67D623B3F006}"/>
    <pc:docChg chg="mod modMainMaster">
      <pc:chgData name="Ashok Konda" userId="54edb31b-0f23-4eb3-93b5-4643d1984c4e" providerId="ADAL" clId="{081DDBB2-6BF8-5B0B-AA0A-67D623B3F006}" dt="2026-07-03T20:47:09.288" v="1" actId="33475"/>
      <pc:docMkLst>
        <pc:docMk/>
      </pc:docMkLst>
      <pc:sldMasterChg chg="addSp mod">
        <pc:chgData name="Ashok Konda" userId="54edb31b-0f23-4eb3-93b5-4643d1984c4e" providerId="ADAL" clId="{081DDBB2-6BF8-5B0B-AA0A-67D623B3F006}" dt="2026-07-03T20:47:09.285" v="0" actId="33475"/>
        <pc:sldMasterMkLst>
          <pc:docMk/>
          <pc:sldMasterMk cId="2209977519" sldId="2147483648"/>
        </pc:sldMasterMkLst>
        <pc:spChg chg="add">
          <ac:chgData name="Ashok Konda" userId="54edb31b-0f23-4eb3-93b5-4643d1984c4e" providerId="ADAL" clId="{081DDBB2-6BF8-5B0B-AA0A-67D623B3F006}" dt="2026-07-03T20:47:09.285" v="0" actId="33475"/>
          <ac:spMkLst>
            <pc:docMk/>
            <pc:sldMasterMk cId="2209977519" sldId="2147483648"/>
            <ac:spMk id="8" creationId="{6F4B7712-FF48-9234-A539-63486299A438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4B7712-FF48-9234-A539-63486299A43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33863" y="6642100"/>
            <a:ext cx="701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CostOptimizeRecommender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ADCFC"/>
                </a:solidFill>
              </a:defRPr>
            </a:pPr>
            <a:r>
              <a:t>Architecture &amp; Component Diagrams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731520"/>
          </a:xfrm>
          <a:prstGeom prst="roundRect">
            <a:avLst/>
          </a:prstGeom>
          <a:solidFill>
            <a:srgbClr val="428BC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React Frontend</a:t>
            </a:r>
            <a:br/>
            <a:r>
              <a:t>SPA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097280"/>
            <a:ext cx="2286000" cy="73152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FastAPI Backend</a:t>
            </a:r>
            <a:br/>
            <a:r>
              <a:t>REST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097280"/>
            <a:ext cx="2286000" cy="73152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PostgreSQL</a:t>
            </a:r>
            <a:br/>
            <a:r>
              <a:t>Database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146304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146304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2880" y="2286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External Services: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" y="2651760"/>
            <a:ext cx="2011680" cy="54864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Azure Cost</a:t>
            </a:r>
            <a:br/>
            <a:r>
              <a:t>Management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3383280"/>
            <a:ext cx="2011680" cy="54864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Azure Resource</a:t>
            </a:r>
            <a:br/>
            <a:r>
              <a:t>Manager API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194560" y="1645920"/>
            <a:ext cx="1005840" cy="128016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00400" y="2926080"/>
            <a:ext cx="2286000" cy="73152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Kubernetes Cluster</a:t>
            </a:r>
            <a:br/>
            <a:r>
              <a:t>(Optional)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343400" y="1828800"/>
            <a:ext cx="0" cy="109728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0" y="2926080"/>
            <a:ext cx="2286000" cy="731520"/>
          </a:xfrm>
          <a:prstGeom prst="roundRect">
            <a:avLst/>
          </a:prstGeom>
          <a:solidFill>
            <a:srgbClr val="9C27B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Users / Admin</a:t>
            </a:r>
            <a:br/>
            <a:r>
              <a:t>Portal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086600" y="1828800"/>
            <a:ext cx="0" cy="109728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Three-Tier Architecture:</a:t>
            </a:r>
          </a:p>
          <a:p>
            <a:r>
              <a:t>• Presentation Layer: React SPA provides user interface</a:t>
            </a:r>
          </a:p>
          <a:p>
            <a:r>
              <a:t>• Application Layer: FastAPI backend with optimization engine and Azure integrations</a:t>
            </a:r>
          </a:p>
          <a:p>
            <a:r>
              <a:t>• Data Layer: PostgreSQL for persistent storage</a:t>
            </a:r>
          </a:p>
          <a:p>
            <a:endParaRPr/>
          </a:p>
          <a:p>
            <a:r>
              <a:t>Integration Points:</a:t>
            </a:r>
          </a:p>
          <a:p>
            <a:r>
              <a:t>• Azure APIs for cost and resource data</a:t>
            </a:r>
          </a:p>
          <a:p>
            <a:r>
              <a:t>• Optional Kubernetes agent for utilization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Frontend Architecture (React SPA)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097280"/>
            <a:ext cx="2743200" cy="640080"/>
          </a:xfrm>
          <a:prstGeom prst="roundRect">
            <a:avLst/>
          </a:prstGeom>
          <a:solidFill>
            <a:srgbClr val="428BC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React App</a:t>
            </a:r>
            <a:br/>
            <a:r>
              <a:t>Entry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1645920" cy="54864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Config</a:t>
            </a:r>
            <a:br/>
            <a:r>
              <a:t>appRegistry.js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2286000"/>
            <a:ext cx="1645920" cy="54864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API Client</a:t>
            </a:r>
            <a:br/>
            <a:r>
              <a:t>HTTP/REST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2286000"/>
            <a:ext cx="1645920" cy="54864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State Mgmt</a:t>
            </a:r>
            <a:br/>
            <a:r>
              <a:t>Context/Hooks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2286000"/>
            <a:ext cx="1645920" cy="54864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Styling</a:t>
            </a:r>
            <a:br/>
            <a:r>
              <a:t>CSS/Tailwind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097280" y="1737360"/>
            <a:ext cx="3474720" cy="54864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926080" y="1737360"/>
            <a:ext cx="1645920" cy="54864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1737360"/>
            <a:ext cx="182880" cy="54864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1737360"/>
            <a:ext cx="2011680" cy="54864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3200400"/>
            <a:ext cx="1371600" cy="45720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200400"/>
            <a:ext cx="1371600" cy="45720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Cost Explorer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200400"/>
            <a:ext cx="1371600" cy="45720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Inventory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200400"/>
            <a:ext cx="1371600" cy="45720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200400"/>
            <a:ext cx="1371600" cy="45720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1828800" cy="45720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Chart Components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931920"/>
            <a:ext cx="1828800" cy="45720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Table Components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931920"/>
            <a:ext cx="1828800" cy="45720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Form Components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4846320"/>
            <a:ext cx="2743200" cy="640080"/>
          </a:xfrm>
          <a:prstGeom prst="roundRect">
            <a:avLst/>
          </a:prstGeom>
          <a:solidFill>
            <a:srgbClr val="2E5C8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FastAPI Backend</a:t>
            </a:r>
            <a:br/>
            <a:r>
              <a:t>REST API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4389120"/>
            <a:ext cx="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4320" y="57607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Tech Stack: React 18+ | Node.js 18+ | CSS/Tailwind | Context API | Custom Hooks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Backend Architecture (FastAPI)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097280"/>
            <a:ext cx="2743200" cy="640080"/>
          </a:xfrm>
          <a:prstGeom prst="roundRect">
            <a:avLst/>
          </a:prstGeom>
          <a:solidFill>
            <a:srgbClr val="428BC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FastAPI Application</a:t>
            </a:r>
            <a:br/>
            <a:r>
              <a:t>app/main.py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1645920" cy="50292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Auth Service</a:t>
            </a:r>
            <a:br/>
            <a:r>
              <a:t>JWT/RBAC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2286000"/>
            <a:ext cx="1645920" cy="50292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Cost Service</a:t>
            </a:r>
            <a:br/>
            <a:r>
              <a:t>Cost Management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2286000"/>
            <a:ext cx="1645920" cy="50292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Resource Service</a:t>
            </a:r>
            <a:br/>
            <a:r>
              <a:t>ARM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2286000"/>
            <a:ext cx="1645920" cy="50292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Optimization</a:t>
            </a:r>
            <a:br/>
            <a:r>
              <a:t>Engine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097280" y="1737360"/>
            <a:ext cx="3474720" cy="54864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926080" y="1737360"/>
            <a:ext cx="1645920" cy="54864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1737360"/>
            <a:ext cx="182880" cy="54864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1737360"/>
            <a:ext cx="2011680" cy="54864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3291840"/>
            <a:ext cx="1463040" cy="45720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Database ORM</a:t>
            </a:r>
            <a:br/>
            <a:r>
              <a:t>SQLAlchemy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3291840"/>
            <a:ext cx="1463040" cy="45720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Analysis Module</a:t>
            </a:r>
            <a:br/>
            <a:r>
              <a:t>Rule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3291840"/>
            <a:ext cx="1463040" cy="45720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Models</a:t>
            </a:r>
            <a:br/>
            <a:r>
              <a:t>Pydantic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3291840"/>
            <a:ext cx="1463040" cy="45720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Middleware</a:t>
            </a:r>
            <a:br/>
            <a:r>
              <a:t>Auth/CORS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3291840"/>
            <a:ext cx="1463040" cy="45720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Logging</a:t>
            </a:r>
            <a:br/>
            <a:r>
              <a:t>Structlog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389120"/>
            <a:ext cx="2743200" cy="640080"/>
          </a:xfrm>
          <a:prstGeom prst="roundRect">
            <a:avLst/>
          </a:prstGeom>
          <a:solidFill>
            <a:srgbClr val="2E5C8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PostgreSQL Database</a:t>
            </a:r>
            <a:br/>
            <a:r>
              <a:t>Costs | Resources | Findings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720" y="3291840"/>
            <a:ext cx="2011680" cy="109728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7200" y="5303520"/>
            <a:ext cx="1828800" cy="54864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Azure Cost</a:t>
            </a:r>
            <a:br/>
            <a:r>
              <a:t>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5303520"/>
            <a:ext cx="1828800" cy="54864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Azure Resource</a:t>
            </a:r>
            <a:br/>
            <a:r>
              <a:t>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5303520"/>
            <a:ext cx="1828800" cy="54864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Kubernetes</a:t>
            </a:r>
            <a:br/>
            <a:r>
              <a:t>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5303520"/>
            <a:ext cx="1371600" cy="54864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Health</a:t>
            </a:r>
            <a:br/>
            <a:r>
              <a:t>Check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97280" y="2834640"/>
            <a:ext cx="274320" cy="246888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26080" y="2834640"/>
            <a:ext cx="548640" cy="246888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54880" y="2834640"/>
            <a:ext cx="822960" cy="246888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Tech Stack: Python 3.13 | FastAPI 0.111 | SQLAlchemy 2.0 | Uvicorn | Alembic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Database Schema (PostgreSQL)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1645920" cy="91440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CostRecord</a:t>
            </a:r>
            <a:br/>
            <a:r>
              <a:t>• date</a:t>
            </a:r>
            <a:br/>
            <a:r>
              <a:t>• amount</a:t>
            </a:r>
            <a:br/>
            <a:r>
              <a:t>• 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1188720"/>
            <a:ext cx="1645920" cy="91440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Resource</a:t>
            </a:r>
            <a:br/>
            <a:r>
              <a:t>• type</a:t>
            </a:r>
            <a:br/>
            <a:r>
              <a:t>• name</a:t>
            </a:r>
            <a:br/>
            <a:r>
              <a:t>• subscription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188720"/>
            <a:ext cx="1645920" cy="91440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OptimizationFinding</a:t>
            </a:r>
            <a:br/>
            <a:r>
              <a:t>• resource_id</a:t>
            </a:r>
            <a:br/>
            <a:r>
              <a:t>• savings</a:t>
            </a:r>
            <a:br/>
            <a:r>
              <a:t>•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188720"/>
            <a:ext cx="1645920" cy="91440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OptimizationRun</a:t>
            </a:r>
            <a:br/>
            <a:r>
              <a:t>• timestamp</a:t>
            </a:r>
            <a:br/>
            <a:r>
              <a:t>• findings_count</a:t>
            </a:r>
            <a:br/>
            <a:r>
              <a:t>• status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1645920"/>
            <a:ext cx="18288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49039" y="1645920"/>
            <a:ext cx="182881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77840" y="1645920"/>
            <a:ext cx="18288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2560320"/>
            <a:ext cx="1463040" cy="73152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EngineConfig</a:t>
            </a:r>
            <a:br/>
            <a:r>
              <a:t>• rules</a:t>
            </a:r>
            <a:br/>
            <a:r>
              <a:t>• thresholds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2560320"/>
            <a:ext cx="1463040" cy="73152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SubscriptionCache</a:t>
            </a:r>
            <a:br/>
            <a:r>
              <a:t>• metadata</a:t>
            </a:r>
            <a:br/>
            <a:r>
              <a:t>•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560320"/>
            <a:ext cx="1463040" cy="73152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K8sUtilization</a:t>
            </a:r>
            <a:br/>
            <a:r>
              <a:t>• metrics</a:t>
            </a:r>
            <a:br/>
            <a:r>
              <a:t>• snapshot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1463040" cy="73152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AnalysisJob</a:t>
            </a:r>
            <a:br/>
            <a:r>
              <a:t>• status</a:t>
            </a:r>
            <a:br/>
            <a:r>
              <a:t>• results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63040" y="2103120"/>
            <a:ext cx="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91840" y="2103120"/>
            <a:ext cx="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54880" y="2103120"/>
            <a:ext cx="36576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0" y="2103120"/>
            <a:ext cx="36576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4320" y="3566160"/>
            <a:ext cx="85953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Relationships:</a:t>
            </a:r>
          </a:p>
          <a:p>
            <a:r>
              <a:t>• CostRecord associates with Subscription and Service</a:t>
            </a:r>
          </a:p>
          <a:p>
            <a:r>
              <a:t>• Resource belongs to Subscription and ResourceType</a:t>
            </a:r>
          </a:p>
          <a:p>
            <a:r>
              <a:t>• OptimizationFinding references Resource and OptimizationRun</a:t>
            </a:r>
          </a:p>
          <a:p>
            <a:r>
              <a:t>• OptimizationRun uses EngineConfig configuration</a:t>
            </a:r>
          </a:p>
          <a:p>
            <a:r>
              <a:t>• K8sUtilization stores cluster metrics over time</a:t>
            </a:r>
          </a:p>
          <a:p>
            <a:r>
              <a:t>• AnalysisJob tracks long-running optimization processes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Flow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188720"/>
            <a:ext cx="1463040" cy="54864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Azure Cost</a:t>
            </a:r>
            <a:br/>
            <a:r>
              <a:t>API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645920" y="146304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1188720"/>
            <a:ext cx="1463040" cy="54864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Backend Cost</a:t>
            </a:r>
            <a:br/>
            <a:r>
              <a:t>Service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66160" y="146304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023360" y="1188720"/>
            <a:ext cx="1463040" cy="54864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PostgreSQL</a:t>
            </a:r>
            <a:br/>
            <a:r>
              <a:t>Store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0" y="146304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43600" y="1188720"/>
            <a:ext cx="1645920" cy="548640"/>
          </a:xfrm>
          <a:prstGeom prst="roundRect">
            <a:avLst/>
          </a:prstGeom>
          <a:solidFill>
            <a:srgbClr val="428BC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Frontend Cost</a:t>
            </a:r>
            <a:br/>
            <a:r>
              <a:t>Explorer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2286000"/>
            <a:ext cx="1463040" cy="54864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Azure ARM</a:t>
            </a:r>
            <a:br/>
            <a:r>
              <a:t>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45920" y="256032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03120" y="2286000"/>
            <a:ext cx="1463040" cy="54864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Backend Resource</a:t>
            </a:r>
            <a:br/>
            <a:r>
              <a:t>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66160" y="256032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23360" y="2286000"/>
            <a:ext cx="1463040" cy="54864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PostgreSQL</a:t>
            </a:r>
            <a:br/>
            <a:r>
              <a:t>Store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0" y="256032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0" y="2286000"/>
            <a:ext cx="1645920" cy="548640"/>
          </a:xfrm>
          <a:prstGeom prst="roundRect">
            <a:avLst/>
          </a:prstGeom>
          <a:solidFill>
            <a:srgbClr val="428BC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Frontend</a:t>
            </a:r>
            <a:br/>
            <a:r>
              <a:t>Inventory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383280"/>
            <a:ext cx="1371600" cy="54864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Cost +</a:t>
            </a:r>
            <a:br/>
            <a:r>
              <a:t>Inventory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00400" y="365760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0" y="3383280"/>
            <a:ext cx="1645920" cy="54864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Optimization</a:t>
            </a:r>
            <a:br/>
            <a:r>
              <a:t>Engine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03520" y="3657600"/>
            <a:ext cx="36576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669280" y="3383280"/>
            <a:ext cx="1463040" cy="54864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Findings</a:t>
            </a:r>
            <a:br/>
            <a:r>
              <a:t>Store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0" y="365760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89520" y="3383280"/>
            <a:ext cx="1280160" cy="548640"/>
          </a:xfrm>
          <a:prstGeom prst="roundRect">
            <a:avLst/>
          </a:prstGeom>
          <a:solidFill>
            <a:srgbClr val="428BC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Frontend</a:t>
            </a:r>
            <a:br/>
            <a:r>
              <a:t>Recomm.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" y="4480560"/>
            <a:ext cx="1463040" cy="54864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K8s Metrics</a:t>
            </a:r>
            <a:br/>
            <a:r>
              <a:t>Server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645920" y="475488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103120" y="4480560"/>
            <a:ext cx="1463040" cy="54864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K8s Agent</a:t>
            </a:r>
            <a:br/>
            <a:r>
              <a:t>Pod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566160" y="475488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023360" y="4480560"/>
            <a:ext cx="1463040" cy="54864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Backend</a:t>
            </a:r>
            <a:br/>
            <a:r>
              <a:t>API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0" y="475488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943600" y="4480560"/>
            <a:ext cx="1828800" cy="54864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PostgreSQL</a:t>
            </a:r>
            <a:br/>
            <a:r>
              <a:t>K8s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48640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Flow: External APIs → Backend Services → PostgreSQL Storage → Frontend Display | Optional K8s Agent → Backend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Deployment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1828800" cy="64008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Development</a:t>
            </a:r>
            <a:br/>
            <a:r>
              <a:t>Local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92024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Local FastAPI</a:t>
            </a:r>
          </a:p>
          <a:p>
            <a:r>
              <a:t>• React dev server</a:t>
            </a:r>
          </a:p>
          <a:p>
            <a:r>
              <a:t>• SQLite/PostgreSQL</a:t>
            </a:r>
          </a:p>
          <a:p>
            <a:r>
              <a:t>• Debug mode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188720"/>
            <a:ext cx="1828800" cy="64008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CI/CD Pipeline</a:t>
            </a:r>
            <a:br/>
            <a:r>
              <a:t>Azure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92024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Build React</a:t>
            </a:r>
          </a:p>
          <a:p>
            <a:r>
              <a:t>• Test backend</a:t>
            </a:r>
          </a:p>
          <a:p>
            <a:r>
              <a:t>• Create artifact</a:t>
            </a:r>
          </a:p>
          <a:p>
            <a:r>
              <a:t>• Deploy to App Svc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188720"/>
            <a:ext cx="1828800" cy="64008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Production</a:t>
            </a:r>
            <a:br/>
            <a:r>
              <a:t>Azure App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Python 3.13</a:t>
            </a:r>
          </a:p>
          <a:p>
            <a:r>
              <a:t>• Uvicorn server</a:t>
            </a:r>
          </a:p>
          <a:p>
            <a:r>
              <a:t>• Static frontend</a:t>
            </a:r>
          </a:p>
          <a:p>
            <a:r>
              <a:t>• Auto-scaling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188720"/>
            <a:ext cx="1828800" cy="64008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Kubernetes</a:t>
            </a:r>
            <a:br/>
            <a:r>
              <a:t>Optional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2024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Docker image</a:t>
            </a:r>
          </a:p>
          <a:p>
            <a:r>
              <a:t>• K8s manifests</a:t>
            </a:r>
          </a:p>
          <a:p>
            <a:r>
              <a:t>• Service mesh</a:t>
            </a:r>
          </a:p>
          <a:p>
            <a:r>
              <a:t>• In-cluster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566160"/>
            <a:ext cx="5486400" cy="640080"/>
          </a:xfrm>
          <a:prstGeom prst="roundRect">
            <a:avLst/>
          </a:prstGeom>
          <a:solidFill>
            <a:srgbClr val="2E5C8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PostgreSQL Database (Azure Database for PostgreSQL)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88720" y="1920240"/>
            <a:ext cx="2011680" cy="16459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83280" y="1920240"/>
            <a:ext cx="1188720" cy="16459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486400" y="1920240"/>
            <a:ext cx="91440" cy="16459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400800" y="1920240"/>
            <a:ext cx="1371600" cy="16459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External Services: Azure Cost Management API | Azure Resource Manager | Managed Identity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2120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Configuration: Environment Variables | App Service Settings | Secrets Management | CORS Configuration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645920" cy="548640"/>
          </a:xfrm>
          <a:prstGeom prst="roundRect">
            <a:avLst/>
          </a:prstGeom>
          <a:solidFill>
            <a:srgbClr val="9C27B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User</a:t>
            </a:r>
            <a:br/>
            <a:r>
              <a:t>Login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03120" y="146304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60320" y="1188720"/>
            <a:ext cx="1645920" cy="54864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Auth Endpoint</a:t>
            </a:r>
            <a:br/>
            <a:r>
              <a:t>/api/auth/login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06240" y="146304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663440" y="1188720"/>
            <a:ext cx="1645920" cy="548640"/>
          </a:xfrm>
          <a:prstGeom prst="roundRect">
            <a:avLst/>
          </a:prstGeom>
          <a:solidFill>
            <a:srgbClr val="A67C52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JWT Token</a:t>
            </a:r>
            <a:br/>
            <a:r>
              <a:t>Generation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309360" y="146304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766560" y="1188720"/>
            <a:ext cx="1645920" cy="54864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Token</a:t>
            </a:r>
            <a:br/>
            <a:r>
              <a:t>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286000"/>
            <a:ext cx="1828800" cy="731520"/>
          </a:xfrm>
          <a:prstGeom prst="roundRect">
            <a:avLst/>
          </a:prstGeom>
          <a:solidFill>
            <a:srgbClr val="2E5C8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 Role</a:t>
            </a:r>
            <a:br/>
            <a:r>
              <a:t>• Sync</a:t>
            </a:r>
            <a:br/>
            <a:r>
              <a:t>• Analyze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286000"/>
            <a:ext cx="1828800" cy="731520"/>
          </a:xfrm>
          <a:prstGeom prst="roundRect">
            <a:avLst/>
          </a:prstGeom>
          <a:solidFill>
            <a:srgbClr val="2E5C8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Viewer Role</a:t>
            </a:r>
            <a:br/>
            <a:r>
              <a:t>• Read</a:t>
            </a:r>
            <a:br/>
            <a:r>
              <a:t>•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286000"/>
            <a:ext cx="1828800" cy="731520"/>
          </a:xfrm>
          <a:prstGeom prst="roundRect">
            <a:avLst/>
          </a:prstGeom>
          <a:solidFill>
            <a:srgbClr val="2E5C8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Subscription</a:t>
            </a:r>
            <a:br/>
            <a:r>
              <a:t>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474720"/>
            <a:ext cx="1828800" cy="54864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Managed Identity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474720"/>
            <a:ext cx="1828800" cy="54864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RBAC Roles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3474720"/>
            <a:ext cx="1828800" cy="54864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Secrets Manager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645920" cy="54864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Encryption</a:t>
            </a:r>
            <a:br/>
            <a:r>
              <a:t>at Rest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60" y="4663440"/>
            <a:ext cx="1645920" cy="54864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Secure</a:t>
            </a:r>
            <a:br/>
            <a:r>
              <a:t>Connection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1645920" cy="54864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CORS</a:t>
            </a:r>
            <a:br/>
            <a:r>
              <a:t>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663440"/>
            <a:ext cx="1645920" cy="54864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Rate</a:t>
            </a:r>
            <a:br/>
            <a:r>
              <a:t>Limiting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48640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Security Layers: Authentication (JWT) | Authorization (RBAC) | Azure Integration (Managed Identity) | Data Protection (Encryption) | Network Security (CORS, Rate Limiting)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API Endpoints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1645920" cy="45720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Auth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234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/api/auth/login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04040"/>
                </a:solidFill>
              </a:defRPr>
            </a:pPr>
            <a:r>
              <a:t>JWT token issuance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783080"/>
            <a:ext cx="1645920" cy="45720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28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/api/costs/*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8288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04040"/>
                </a:solidFill>
              </a:defRPr>
            </a:pPr>
            <a:r>
              <a:t>Cost data retrieval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377440"/>
            <a:ext cx="1645920" cy="45720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Resources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23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/api/resources/*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423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04040"/>
                </a:solidFill>
              </a:defRPr>
            </a:pPr>
            <a:r>
              <a:t>Resource inventory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971800"/>
            <a:ext cx="1645920" cy="45720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Optimization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017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/api/optimize/*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0175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04040"/>
                </a:solidFill>
              </a:defRPr>
            </a:pPr>
            <a:r>
              <a:t>Optimization findings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566160"/>
            <a:ext cx="1645920" cy="45720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Dashboard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611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/api/dashboard/*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6118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04040"/>
                </a:solidFill>
              </a:defRPr>
            </a:pPr>
            <a:r>
              <a:t>Dashboard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160520"/>
            <a:ext cx="1645920" cy="45720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K8s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206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/api/k8s/*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2062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04040"/>
                </a:solidFill>
              </a:defRPr>
            </a:pPr>
            <a:r>
              <a:t>Kubernetes telemetry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754880"/>
            <a:ext cx="1645920" cy="457200"/>
          </a:xfrm>
          <a:prstGeom prst="roundRect">
            <a:avLst/>
          </a:prstGeom>
          <a:solidFill>
            <a:srgbClr val="5CB85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Health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800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/health/*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800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04040"/>
                </a:solidFill>
              </a:defRPr>
            </a:pPr>
            <a:r>
              <a:t>System 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6692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All endpoints require authentication (except /health). Admin endpoints require Admin role. Requests are rate-limited and validated through middleware.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747d8d9-9f27-4512-a869-6ec8c265bac2}" enabled="1" method="Standard" siteId="{2b916926-51b6-4a95-8003-bd3525f8307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748</Words>
  <Application>Microsoft Macintosh PowerPoint</Application>
  <PresentationFormat>On-screen Show (4:3)</PresentationFormat>
  <Paragraphs>149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Ashok Konda</cp:lastModifiedBy>
  <cp:revision>1</cp:revision>
  <dcterms:created xsi:type="dcterms:W3CDTF">2013-01-27T09:14:16Z</dcterms:created>
  <dcterms:modified xsi:type="dcterms:W3CDTF">2026-07-03T20:47:15Z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</vt:lpwstr>
  </property>
</Properties>
</file>